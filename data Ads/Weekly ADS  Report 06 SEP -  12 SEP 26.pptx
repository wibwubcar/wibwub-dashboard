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DBD2A4-8663-47C3-B735-3B3DE970FF42}">
  <a:tblStyle styleId="{BEDBD2A4-8663-47C3-B735-3B3DE970FF4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ba3a6189a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ba3a6189a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c5fe2df4d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c5fe2df4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32e1e77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632e1e77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a3a6189a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a3a6189a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ba23a16d15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ba23a16d15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a3a6189a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ba3a6189a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ba3a6189a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ba3a6189a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a3a6189a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a3a6189a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4646250"/>
            <a:ext cx="9144000" cy="5778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24525" y="546800"/>
            <a:ext cx="457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Budget ADS  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739975" y="4720475"/>
            <a:ext cx="2295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Enjoy Your Detailing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32515" l="0" r="0" t="0"/>
          <a:stretch/>
        </p:blipFill>
        <p:spPr>
          <a:xfrm>
            <a:off x="76200" y="-325950"/>
            <a:ext cx="1234550" cy="83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425" y="1077625"/>
            <a:ext cx="4292700" cy="2654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" name="Google Shape;59;p13"/>
          <p:cNvGraphicFramePr/>
          <p:nvPr/>
        </p:nvGraphicFramePr>
        <p:xfrm>
          <a:off x="380400" y="145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{BEDBD2A4-8663-47C3-B735-3B3DE970FF42}</a:tableStyleId>
              </a:tblPr>
              <a:tblGrid>
                <a:gridCol w="952500"/>
                <a:gridCol w="952500"/>
                <a:gridCol w="13525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budget ADS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budget ADS + fee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06Sep26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68,649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172,314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07Sep26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65,943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166,941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08Sep26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81,352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202,961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09Sep26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187,249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530,086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85,857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209,518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74,078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180,912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58,239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145,150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" name="Google Shape;60;p13"/>
          <p:cNvSpPr txBox="1"/>
          <p:nvPr/>
        </p:nvSpPr>
        <p:spPr>
          <a:xfrm>
            <a:off x="290225" y="3908100"/>
            <a:ext cx="403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Note : Shopee fee 33% , Tiktok fee+discounts+refund 40%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32515" l="0" r="0" t="0"/>
          <a:stretch/>
        </p:blipFill>
        <p:spPr>
          <a:xfrm>
            <a:off x="76200" y="-325950"/>
            <a:ext cx="1234550" cy="833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0" y="4646250"/>
            <a:ext cx="9144000" cy="5778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39375" y="555700"/>
            <a:ext cx="425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% </a:t>
            </a:r>
            <a:r>
              <a:rPr b="1" lang="en" sz="1300">
                <a:solidFill>
                  <a:schemeClr val="dk1"/>
                </a:solidFill>
              </a:rPr>
              <a:t>Budget ADS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739975" y="4720475"/>
            <a:ext cx="2295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Enjoy Your Detailing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9" name="Google Shape;69;p14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7150" y="1024575"/>
            <a:ext cx="4253400" cy="263001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" name="Google Shape;70;p14"/>
          <p:cNvGraphicFramePr/>
          <p:nvPr/>
        </p:nvGraphicFramePr>
        <p:xfrm>
          <a:off x="326550" y="139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{BEDBD2A4-8663-47C3-B735-3B3DE970FF42}</a:tableStyleId>
              </a:tblPr>
              <a:tblGrid>
                <a:gridCol w="952500"/>
                <a:gridCol w="952500"/>
                <a:gridCol w="13525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%ads ALL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%ads ALL + fee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06Sep26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20.99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52.68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07Sep26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19.83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50.21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08Sep26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21.46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53.53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09Sep26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15.91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45.03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21.12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51.55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21.24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51.87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12Sep26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21.95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54.70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0" y="4646250"/>
            <a:ext cx="9144000" cy="5778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6739975" y="4720475"/>
            <a:ext cx="2295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Enjoy Your Detailing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32515" l="0" r="0" t="0"/>
          <a:stretch/>
        </p:blipFill>
        <p:spPr>
          <a:xfrm>
            <a:off x="76200" y="-325950"/>
            <a:ext cx="1234550" cy="83312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261675" y="484957"/>
            <a:ext cx="19263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Shopee ADS+CPAS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41379" y="1664047"/>
            <a:ext cx="14667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Tiktok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88615" y="3255329"/>
            <a:ext cx="14667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Facebook ADS</a:t>
            </a:r>
            <a:endParaRPr b="1" sz="1200">
              <a:solidFill>
                <a:schemeClr val="dk2"/>
              </a:solidFill>
            </a:endParaRPr>
          </a:p>
        </p:txBody>
      </p:sp>
      <p:pic>
        <p:nvPicPr>
          <p:cNvPr id="81" name="Google Shape;81;p15" title="Screenshot 2569-09-14 at 07.30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75" y="837150"/>
            <a:ext cx="5275551" cy="672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Screenshot 2569-09-14 at 07.34.0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788" y="1998413"/>
            <a:ext cx="5232649" cy="123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title="Screenshot 2569-09-14 at 07.35.0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863" y="3721900"/>
            <a:ext cx="5275551" cy="66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0" y="4646250"/>
            <a:ext cx="9144000" cy="5778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6739975" y="4720475"/>
            <a:ext cx="2295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Enjoy Your Detailing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550975" y="1386900"/>
            <a:ext cx="3867900" cy="17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1.</a:t>
            </a:r>
            <a:r>
              <a:rPr lang="en" sz="1500">
                <a:solidFill>
                  <a:schemeClr val="dk1"/>
                </a:solidFill>
              </a:rPr>
              <a:t>Spot Clean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2.</a:t>
            </a:r>
            <a:r>
              <a:rPr lang="en" sz="1500">
                <a:solidFill>
                  <a:schemeClr val="dk1"/>
                </a:solidFill>
              </a:rPr>
              <a:t>X-Glass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3</a:t>
            </a:r>
            <a:r>
              <a:rPr lang="en" sz="1500">
                <a:solidFill>
                  <a:schemeClr val="dk1"/>
                </a:solidFill>
              </a:rPr>
              <a:t>.Interior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4.</a:t>
            </a:r>
            <a:r>
              <a:rPr lang="en" sz="1500">
                <a:solidFill>
                  <a:schemeClr val="dk1"/>
                </a:solidFill>
              </a:rPr>
              <a:t>Duster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5.</a:t>
            </a:r>
            <a:r>
              <a:rPr lang="en" sz="1500">
                <a:solidFill>
                  <a:schemeClr val="dk1"/>
                </a:solidFill>
              </a:rPr>
              <a:t>Sugar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6.Reflex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7.waterless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80809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39375" y="7843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Top product 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4214150" y="1660350"/>
            <a:ext cx="3345900" cy="23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32515" l="0" r="0" t="0"/>
          <a:stretch/>
        </p:blipFill>
        <p:spPr>
          <a:xfrm>
            <a:off x="76200" y="-325950"/>
            <a:ext cx="1234550" cy="83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0" y="4646250"/>
            <a:ext cx="9144000" cy="5778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239375" y="784300"/>
            <a:ext cx="4574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Top contents ADS </a:t>
            </a:r>
            <a:r>
              <a:rPr b="1" lang="en" sz="1900">
                <a:solidFill>
                  <a:srgbClr val="FF9900"/>
                </a:solidFill>
              </a:rPr>
              <a:t>(WIBWUB PAGE)</a:t>
            </a:r>
            <a:endParaRPr b="1" sz="1900">
              <a:solidFill>
                <a:srgbClr val="FF9900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739975" y="4720475"/>
            <a:ext cx="2295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Enjoy Your Detailing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846113" y="1510725"/>
            <a:ext cx="39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5143263" y="1510725"/>
            <a:ext cx="39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32515" l="0" r="0" t="0"/>
          <a:stretch/>
        </p:blipFill>
        <p:spPr>
          <a:xfrm>
            <a:off x="76200" y="-325950"/>
            <a:ext cx="1234550" cy="83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Screenshot 2569-07-06 at 06.02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3073" y="1593856"/>
            <a:ext cx="1484300" cy="2928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Screenshot 2569-09-07 at 04.28.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4475" y="1593850"/>
            <a:ext cx="1561713" cy="29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0" y="4646250"/>
            <a:ext cx="9144000" cy="5778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239375" y="784300"/>
            <a:ext cx="4574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Top contents ADS </a:t>
            </a:r>
            <a:r>
              <a:rPr b="1" lang="en" sz="1900">
                <a:solidFill>
                  <a:srgbClr val="FF9900"/>
                </a:solidFill>
              </a:rPr>
              <a:t>(WIBWUB PAGE)</a:t>
            </a:r>
            <a:endParaRPr b="1" sz="1900">
              <a:solidFill>
                <a:srgbClr val="FF9900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6739975" y="4720475"/>
            <a:ext cx="2295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Enjoy Your Detailing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846113" y="1510725"/>
            <a:ext cx="39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5143263" y="1510725"/>
            <a:ext cx="39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3">
            <a:alphaModFix/>
          </a:blip>
          <a:srcRect b="32515" l="0" r="0" t="0"/>
          <a:stretch/>
        </p:blipFill>
        <p:spPr>
          <a:xfrm>
            <a:off x="76200" y="-325950"/>
            <a:ext cx="1234550" cy="83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 title="Screenshot 2569-07-19 at 17.03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0146" y="1572400"/>
            <a:ext cx="1471809" cy="300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title="Screenshot 2568-12-07 at 22.46.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7325" y="1538413"/>
            <a:ext cx="1484312" cy="296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 title="Screenshot 2569-05-25 at 07.05.20.png"/>
          <p:cNvPicPr preferRelativeResize="0"/>
          <p:nvPr/>
        </p:nvPicPr>
        <p:blipFill rotWithShape="1">
          <a:blip r:embed="rId6">
            <a:alphaModFix/>
          </a:blip>
          <a:srcRect b="0" l="0" r="3661" t="1497"/>
          <a:stretch/>
        </p:blipFill>
        <p:spPr>
          <a:xfrm>
            <a:off x="5571900" y="1519625"/>
            <a:ext cx="1766285" cy="300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0" y="4646250"/>
            <a:ext cx="9144000" cy="5778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239375" y="784300"/>
            <a:ext cx="4574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Top contents ADS </a:t>
            </a:r>
            <a:r>
              <a:rPr b="1" lang="en" sz="1900">
                <a:solidFill>
                  <a:srgbClr val="FF00FF"/>
                </a:solidFill>
              </a:rPr>
              <a:t>(GARAGE PAGE)</a:t>
            </a:r>
            <a:endParaRPr b="1" sz="1900">
              <a:solidFill>
                <a:srgbClr val="FF00FF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6739975" y="4720475"/>
            <a:ext cx="2295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Enjoy Your Detailing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846113" y="1510725"/>
            <a:ext cx="39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5143263" y="1510725"/>
            <a:ext cx="39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 rotWithShape="1">
          <a:blip r:embed="rId3">
            <a:alphaModFix/>
          </a:blip>
          <a:srcRect b="-22802" l="-186282" r="189270" t="23792"/>
          <a:stretch/>
        </p:blipFill>
        <p:spPr>
          <a:xfrm>
            <a:off x="5686875" y="1464325"/>
            <a:ext cx="1522885" cy="302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 rotWithShape="1">
          <a:blip r:embed="rId4">
            <a:alphaModFix/>
          </a:blip>
          <a:srcRect b="-16630" l="-184720" r="184720" t="16630"/>
          <a:stretch/>
        </p:blipFill>
        <p:spPr>
          <a:xfrm>
            <a:off x="5476152" y="1413700"/>
            <a:ext cx="1808111" cy="308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 rotWithShape="1">
          <a:blip r:embed="rId5">
            <a:alphaModFix/>
          </a:blip>
          <a:srcRect b="32515" l="0" r="0" t="0"/>
          <a:stretch/>
        </p:blipFill>
        <p:spPr>
          <a:xfrm>
            <a:off x="76200" y="-325950"/>
            <a:ext cx="1234550" cy="83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 title="Screenshot 2569-05-04 at 07.47.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7325" y="1543824"/>
            <a:ext cx="1522875" cy="308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 title="Screenshot 2569-07-19 at 17.04.5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34475" y="1543825"/>
            <a:ext cx="1486604" cy="308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0" y="4646250"/>
            <a:ext cx="9144000" cy="5778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239375" y="784300"/>
            <a:ext cx="4574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Top contents ADS </a:t>
            </a:r>
            <a:r>
              <a:rPr b="1" lang="en" sz="1900">
                <a:solidFill>
                  <a:srgbClr val="FF00FF"/>
                </a:solidFill>
              </a:rPr>
              <a:t>(GARAGE PAGE)</a:t>
            </a:r>
            <a:endParaRPr b="1" sz="1900">
              <a:solidFill>
                <a:srgbClr val="FF00FF"/>
              </a:solidFill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739975" y="4720475"/>
            <a:ext cx="22953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Enjoy Your Detailing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846113" y="1510725"/>
            <a:ext cx="39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3">
            <a:alphaModFix/>
          </a:blip>
          <a:srcRect b="32515" l="0" r="0" t="0"/>
          <a:stretch/>
        </p:blipFill>
        <p:spPr>
          <a:xfrm>
            <a:off x="76200" y="-325950"/>
            <a:ext cx="1234550" cy="83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 title="Screenshot 2569-07-06 at 06.04.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325" y="1622425"/>
            <a:ext cx="1567300" cy="291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4813763" y="1510725"/>
            <a:ext cx="391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4" name="Google Shape;144;p20" title="Screenshot 2569-08-31 at 06.56.19.png"/>
          <p:cNvPicPr preferRelativeResize="0"/>
          <p:nvPr/>
        </p:nvPicPr>
        <p:blipFill rotWithShape="1">
          <a:blip r:embed="rId5">
            <a:alphaModFix/>
          </a:blip>
          <a:srcRect b="0" l="0" r="0" t="2172"/>
          <a:stretch/>
        </p:blipFill>
        <p:spPr>
          <a:xfrm>
            <a:off x="5357375" y="1622425"/>
            <a:ext cx="1456275" cy="287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